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56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6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  <p:sldId id="278" r:id="rId24"/>
  </p:sldIdLst>
  <p:sldSz cx="9144000" cy="5940425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146" d="100"/>
          <a:sy n="146" d="100"/>
        </p:scale>
        <p:origin x="-1018" y="-77"/>
      </p:cViewPr>
      <p:guideLst>
        <p:guide orient="horz" pos="187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ctrTitle"/>
          </p:nvPr>
        </p:nvSpPr>
        <p:spPr>
          <a:xfrm>
            <a:off x="685800" y="1845384"/>
            <a:ext cx="7772400" cy="1273341"/>
          </a:xfrm>
        </p:spPr>
        <p:txBody>
          <a:bodyPr/>
          <a:lstStyle/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Υπότιτλος"/>
          <p:cNvSpPr>
            <a:spLocks noGrp="1"/>
          </p:cNvSpPr>
          <p:nvPr>
            <p:ph type="subTitle" idx="1"/>
          </p:nvPr>
        </p:nvSpPr>
        <p:spPr>
          <a:xfrm>
            <a:off x="1371600" y="3366241"/>
            <a:ext cx="6400800" cy="151810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l-GR" smtClean="0"/>
              <a:t>Κάντε κλικ για να επεξεργαστείτε τον υπότιτλο του υποδείγματος</a:t>
            </a:r>
            <a:endParaRPr lang="el-GR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49A-7798-4EB4-89B2-052768ACE1A9}" type="datetimeFigureOut">
              <a:rPr lang="el-GR" smtClean="0"/>
              <a:t>2/1/2026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8AED-1998-4258-8E70-36D62E3721A7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Αντι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49A-7798-4EB4-89B2-052768ACE1A9}" type="datetimeFigureOut">
              <a:rPr lang="el-GR" smtClean="0"/>
              <a:t>2/1/2026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8AED-1998-4258-8E70-36D62E3721A7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722313" y="3817274"/>
            <a:ext cx="7772400" cy="117983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>
          <a:xfrm>
            <a:off x="722313" y="2517806"/>
            <a:ext cx="7772400" cy="129946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49A-7798-4EB4-89B2-052768ACE1A9}" type="datetimeFigureOut">
              <a:rPr lang="el-GR" smtClean="0"/>
              <a:t>2/1/2026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8AED-1998-4258-8E70-36D62E3721A7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περιεχομένου"/>
          <p:cNvSpPr>
            <a:spLocks noGrp="1"/>
          </p:cNvSpPr>
          <p:nvPr>
            <p:ph sz="half" idx="1"/>
          </p:nvPr>
        </p:nvSpPr>
        <p:spPr>
          <a:xfrm>
            <a:off x="457200" y="1386100"/>
            <a:ext cx="4038600" cy="392040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2"/>
          </p:nvPr>
        </p:nvSpPr>
        <p:spPr>
          <a:xfrm>
            <a:off x="4648200" y="1386100"/>
            <a:ext cx="4038600" cy="392040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49A-7798-4EB4-89B2-052768ACE1A9}" type="datetimeFigureOut">
              <a:rPr lang="el-GR" smtClean="0"/>
              <a:t>2/1/2026</a:t>
            </a:fld>
            <a:endParaRPr lang="el-GR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8AED-1998-4258-8E70-36D62E3721A7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>
          <a:xfrm>
            <a:off x="457200" y="1329721"/>
            <a:ext cx="4040188" cy="5541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2"/>
          </p:nvPr>
        </p:nvSpPr>
        <p:spPr>
          <a:xfrm>
            <a:off x="457200" y="1883885"/>
            <a:ext cx="4040188" cy="34226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5" name="4 - Θέση κειμένου"/>
          <p:cNvSpPr>
            <a:spLocks noGrp="1"/>
          </p:cNvSpPr>
          <p:nvPr>
            <p:ph type="body" sz="quarter" idx="3"/>
          </p:nvPr>
        </p:nvSpPr>
        <p:spPr>
          <a:xfrm>
            <a:off x="4645028" y="1329721"/>
            <a:ext cx="4041775" cy="5541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</p:txBody>
      </p:sp>
      <p:sp>
        <p:nvSpPr>
          <p:cNvPr id="6" name="5 - Θέση περιεχομένου"/>
          <p:cNvSpPr>
            <a:spLocks noGrp="1"/>
          </p:cNvSpPr>
          <p:nvPr>
            <p:ph sz="quarter" idx="4"/>
          </p:nvPr>
        </p:nvSpPr>
        <p:spPr>
          <a:xfrm>
            <a:off x="4645028" y="1883885"/>
            <a:ext cx="4041775" cy="34226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7" name="6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49A-7798-4EB4-89B2-052768ACE1A9}" type="datetimeFigureOut">
              <a:rPr lang="el-GR" smtClean="0"/>
              <a:t>2/1/2026</a:t>
            </a:fld>
            <a:endParaRPr lang="el-GR"/>
          </a:p>
        </p:txBody>
      </p:sp>
      <p:sp>
        <p:nvSpPr>
          <p:cNvPr id="8" name="7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8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8AED-1998-4258-8E70-36D62E3721A7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49A-7798-4EB4-89B2-052768ACE1A9}" type="datetimeFigureOut">
              <a:rPr lang="el-GR" smtClean="0"/>
              <a:t>2/1/2026</a:t>
            </a:fld>
            <a:endParaRPr lang="el-GR"/>
          </a:p>
        </p:txBody>
      </p:sp>
      <p:sp>
        <p:nvSpPr>
          <p:cNvPr id="4" name="3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4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8AED-1998-4258-8E70-36D62E3721A7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49A-7798-4EB4-89B2-052768ACE1A9}" type="datetimeFigureOut">
              <a:rPr lang="el-GR" smtClean="0"/>
              <a:t>2/1/2026</a:t>
            </a:fld>
            <a:endParaRPr lang="el-GR"/>
          </a:p>
        </p:txBody>
      </p:sp>
      <p:sp>
        <p:nvSpPr>
          <p:cNvPr id="3" name="2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3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8AED-1998-4258-8E70-36D62E3721A7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457203" y="236516"/>
            <a:ext cx="3008313" cy="100657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>
          <a:xfrm>
            <a:off x="3575050" y="236518"/>
            <a:ext cx="5111750" cy="50699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κειμένου"/>
          <p:cNvSpPr>
            <a:spLocks noGrp="1"/>
          </p:cNvSpPr>
          <p:nvPr>
            <p:ph type="body" sz="half" idx="2"/>
          </p:nvPr>
        </p:nvSpPr>
        <p:spPr>
          <a:xfrm>
            <a:off x="457203" y="1243091"/>
            <a:ext cx="3008313" cy="40634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49A-7798-4EB4-89B2-052768ACE1A9}" type="datetimeFigureOut">
              <a:rPr lang="el-GR" smtClean="0"/>
              <a:t>2/1/2026</a:t>
            </a:fld>
            <a:endParaRPr lang="el-GR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8AED-1998-4258-8E70-36D62E3721A7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1792288" y="4158297"/>
            <a:ext cx="5486400" cy="49091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εικόνας"/>
          <p:cNvSpPr>
            <a:spLocks noGrp="1"/>
          </p:cNvSpPr>
          <p:nvPr>
            <p:ph type="pic" idx="1"/>
          </p:nvPr>
        </p:nvSpPr>
        <p:spPr>
          <a:xfrm>
            <a:off x="1792288" y="530788"/>
            <a:ext cx="5486400" cy="356425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l-GR"/>
          </a:p>
        </p:txBody>
      </p:sp>
      <p:sp>
        <p:nvSpPr>
          <p:cNvPr id="4" name="3 - Θέση κειμένου"/>
          <p:cNvSpPr>
            <a:spLocks noGrp="1"/>
          </p:cNvSpPr>
          <p:nvPr>
            <p:ph type="body" sz="half" idx="2"/>
          </p:nvPr>
        </p:nvSpPr>
        <p:spPr>
          <a:xfrm>
            <a:off x="1792288" y="4649209"/>
            <a:ext cx="5486400" cy="6971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 smtClean="0"/>
              <a:t>Kλικ για επεξεργασία των στυλ του υποδείγματος</a:t>
            </a:r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49A-7798-4EB4-89B2-052768ACE1A9}" type="datetimeFigureOut">
              <a:rPr lang="el-GR" smtClean="0"/>
              <a:t>2/1/2026</a:t>
            </a:fld>
            <a:endParaRPr lang="el-GR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8AED-1998-4258-8E70-36D62E3721A7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κατακόρυφου κειμένου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49A-7798-4EB4-89B2-052768ACE1A9}" type="datetimeFigureOut">
              <a:rPr lang="el-GR" smtClean="0"/>
              <a:t>2/1/2026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8AED-1998-4258-8E70-36D62E3721A7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Κατακόρυφος τίτλος"/>
          <p:cNvSpPr>
            <a:spLocks noGrp="1"/>
          </p:cNvSpPr>
          <p:nvPr>
            <p:ph type="title" orient="vert"/>
          </p:nvPr>
        </p:nvSpPr>
        <p:spPr>
          <a:xfrm>
            <a:off x="6629400" y="237894"/>
            <a:ext cx="2057400" cy="5068613"/>
          </a:xfrm>
        </p:spPr>
        <p:txBody>
          <a:bodyPr vert="eaVert"/>
          <a:lstStyle/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κατακόρυφου κειμένου"/>
          <p:cNvSpPr>
            <a:spLocks noGrp="1"/>
          </p:cNvSpPr>
          <p:nvPr>
            <p:ph type="body" orient="vert" idx="1"/>
          </p:nvPr>
        </p:nvSpPr>
        <p:spPr>
          <a:xfrm>
            <a:off x="457200" y="237894"/>
            <a:ext cx="6019800" cy="5068613"/>
          </a:xfrm>
        </p:spPr>
        <p:txBody>
          <a:bodyPr vert="eaVert"/>
          <a:lstStyle/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1449A-7798-4EB4-89B2-052768ACE1A9}" type="datetimeFigureOut">
              <a:rPr lang="el-GR" smtClean="0"/>
              <a:t>2/1/2026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928AED-1998-4258-8E70-36D62E3721A7}" type="slidenum">
              <a:rPr lang="el-GR" smtClean="0"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Θέση τίτλου"/>
          <p:cNvSpPr>
            <a:spLocks noGrp="1"/>
          </p:cNvSpPr>
          <p:nvPr>
            <p:ph type="title"/>
          </p:nvPr>
        </p:nvSpPr>
        <p:spPr>
          <a:xfrm>
            <a:off x="457200" y="237893"/>
            <a:ext cx="8229600" cy="9900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 smtClean="0"/>
              <a:t>Kλικ για επεξεργασία του τίτλου</a:t>
            </a:r>
            <a:endParaRPr lang="el-GR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>
          <a:xfrm>
            <a:off x="457200" y="1386100"/>
            <a:ext cx="8229600" cy="39204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 smtClean="0"/>
              <a:t>Kλικ για επεξεργασία των στυλ του υποδείγματος</a:t>
            </a:r>
          </a:p>
          <a:p>
            <a:pPr lvl="1"/>
            <a:r>
              <a:rPr lang="el-GR" smtClean="0"/>
              <a:t>Δεύτερου επιπέδου</a:t>
            </a:r>
          </a:p>
          <a:p>
            <a:pPr lvl="2"/>
            <a:r>
              <a:rPr lang="el-GR" smtClean="0"/>
              <a:t>Τρίτου επιπέδου</a:t>
            </a:r>
          </a:p>
          <a:p>
            <a:pPr lvl="3"/>
            <a:r>
              <a:rPr lang="el-GR" smtClean="0"/>
              <a:t>Τέταρτου επιπέδου</a:t>
            </a:r>
          </a:p>
          <a:p>
            <a:pPr lvl="4"/>
            <a:r>
              <a:rPr lang="el-GR" smtClean="0"/>
              <a:t>Πέμπτου επιπέδου</a:t>
            </a:r>
            <a:endParaRPr lang="el-GR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2"/>
          </p:nvPr>
        </p:nvSpPr>
        <p:spPr>
          <a:xfrm>
            <a:off x="457200" y="5505895"/>
            <a:ext cx="2133600" cy="3162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1449A-7798-4EB4-89B2-052768ACE1A9}" type="datetimeFigureOut">
              <a:rPr lang="el-GR" smtClean="0"/>
              <a:t>2/1/2026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3"/>
          </p:nvPr>
        </p:nvSpPr>
        <p:spPr>
          <a:xfrm>
            <a:off x="3124200" y="5505895"/>
            <a:ext cx="2895600" cy="3162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4"/>
          </p:nvPr>
        </p:nvSpPr>
        <p:spPr>
          <a:xfrm>
            <a:off x="6553200" y="5505895"/>
            <a:ext cx="2133600" cy="3162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28AED-1998-4258-8E70-36D62E3721A7}" type="slidenum">
              <a:rPr lang="el-GR" smtClean="0"/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6" name="5 - Θέση περιεχομένου" descr="Presentation 1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 spd="slow">
    <p:split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6" name="5 - Θέση περιεχομένου" descr="Presentation 3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4" name="3 - Θέση περιεχομένου" descr="Presentation 4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4" name="3 - Θέση περιεχομένου" descr="Presentation 5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4" name="3 - Θέση περιεχομένου" descr="Presentation 6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3" name="2 - Υπότιτλος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5" name="4 - Εικόνα" descr="Presentation 2-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4" name="3 - Θέση περιεχομένου" descr="Presentation 7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4" name="3 - Θέση περιεχομένου" descr="Presentation 8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4" name="3 - Θέση περιεχομένου" descr="Presentation 9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4" name="3 - Θέση περιεχομένου" descr="Presentation 10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4" name="3 - Θέση περιεχομένου" descr="Presentation 11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6" name="5 - Θέση περιεχομένου" descr="Presentation 12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4" name="3 - Θέση περιεχομένου" descr="Presentation 13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4" name="3 - Θέση περιεχομένου" descr="Presentation 21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4" name="3 - Θέση περιεχομένου" descr="Presentation 14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4" name="3 - Θέση περιεχομένου" descr="Presentation 15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4" name="3 - Θέση περιεχομένου" descr="Presentation 16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4" name="3 - Θέση περιεχομένου" descr="Presentation 17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4" name="3 - Θέση περιεχομένου" descr="Presentation 18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4" name="3 - Θέση περιεχομένου" descr="Presentation 19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4" name="3 - Θέση περιεχομένου" descr="Presentation 20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4" name="3 - Θέση περιεχομένου" descr="Presentation 22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l-GR"/>
          </a:p>
        </p:txBody>
      </p:sp>
      <p:pic>
        <p:nvPicPr>
          <p:cNvPr id="4" name="3 - Θέση περιεχομένου" descr="Presentation 23-mi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9144000" cy="5940425"/>
          </a:xfr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Προσαρμογή</PresentationFormat>
  <Paragraphs>0</Paragraphs>
  <Slides>23</Slides>
  <Notes>0</Notes>
  <HiddenSlides>0</HiddenSlides>
  <MMClips>0</MMClips>
  <ScaleCrop>false</ScaleCrop>
  <HeadingPairs>
    <vt:vector size="4" baseType="variant">
      <vt:variant>
        <vt:lpstr>Θέμα</vt:lpstr>
      </vt:variant>
      <vt:variant>
        <vt:i4>1</vt:i4>
      </vt:variant>
      <vt:variant>
        <vt:lpstr>Τίτλοι διαφανειών</vt:lpstr>
      </vt:variant>
      <vt:variant>
        <vt:i4>23</vt:i4>
      </vt:variant>
    </vt:vector>
  </HeadingPairs>
  <TitlesOfParts>
    <vt:vector size="24" baseType="lpstr">
      <vt:lpstr>Θέμα του Office</vt:lpstr>
      <vt:lpstr>Διαφάνεια 1</vt:lpstr>
      <vt:lpstr>Διαφάνεια 2</vt:lpstr>
      <vt:lpstr>Διαφάνεια 3</vt:lpstr>
      <vt:lpstr>Διαφάνεια 4</vt:lpstr>
      <vt:lpstr>Διαφάνεια 5</vt:lpstr>
      <vt:lpstr>Διαφάνεια 6</vt:lpstr>
      <vt:lpstr>Διαφάνεια 7</vt:lpstr>
      <vt:lpstr>Διαφάνεια 8</vt:lpstr>
      <vt:lpstr>Διαφάνεια 9</vt:lpstr>
      <vt:lpstr>Διαφάνεια 10</vt:lpstr>
      <vt:lpstr>Διαφάνεια 11</vt:lpstr>
      <vt:lpstr>Διαφάνεια 12</vt:lpstr>
      <vt:lpstr>Διαφάνεια 13</vt:lpstr>
      <vt:lpstr>Διαφάνεια 14</vt:lpstr>
      <vt:lpstr>Διαφάνεια 15</vt:lpstr>
      <vt:lpstr>Διαφάνεια 16</vt:lpstr>
      <vt:lpstr>Διαφάνεια 17</vt:lpstr>
      <vt:lpstr>Διαφάνεια 18</vt:lpstr>
      <vt:lpstr>Διαφάνεια 19</vt:lpstr>
      <vt:lpstr>Διαφάνεια 20</vt:lpstr>
      <vt:lpstr>Διαφάνεια 21</vt:lpstr>
      <vt:lpstr>Διαφάνεια 22</vt:lpstr>
      <vt:lpstr>Διαφάνεια 23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Διαφάνεια 1</dc:title>
  <dc:creator>Panos Karap</dc:creator>
  <cp:lastModifiedBy>Panos Karap</cp:lastModifiedBy>
  <cp:revision>4</cp:revision>
  <dcterms:created xsi:type="dcterms:W3CDTF">2026-01-02T18:08:21Z</dcterms:created>
  <dcterms:modified xsi:type="dcterms:W3CDTF">2026-01-02T18:40:34Z</dcterms:modified>
</cp:coreProperties>
</file>